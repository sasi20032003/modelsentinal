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38BDF8"/>
                </a:solidFill>
              </a:defRPr>
            </a:pPr>
            <a:r>
              <a:t>MODELSENTINEL</a:t>
            </a:r>
          </a:p>
          <a:p>
            <a:pPr>
              <a:spcBef>
                <a:spcPts val="800"/>
              </a:spcBef>
              <a:spcAft>
                <a:spcPts val="2200"/>
              </a:spcAft>
              <a:defRPr sz="2000" b="1">
                <a:solidFill>
                  <a:srgbClr val="F8FAFC"/>
                </a:solidFill>
              </a:defRPr>
            </a:pPr>
            <a:r>
              <a:t>Static Forensic Analysis &amp; Uncertainty-Aware Defense for AI Model Supply-Chain Security</a:t>
            </a:r>
          </a:p>
          <a:p>
            <a:pPr>
              <a:spcAft>
                <a:spcPts val="2200"/>
              </a:spcAft>
              <a:defRPr sz="1400" i="1">
                <a:solidFill>
                  <a:srgbClr val="34D399"/>
                </a:solidFill>
              </a:defRPr>
            </a:pPr>
            <a:r>
              <a:t>“SafeTensors secures the serialization envelope. ModelSentinel inspects the letter inside.”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Zero Code Execution  •  Zero Clean Data  •  Sub-1.5s CPU Latency  •  96.5% Accuracy  •  0.0% False Quarantines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MODELSENTINEL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1. The SafeTensors Fallacy &amp; Threat Vectors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The AI Supply Chain Blind Spot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Open-source models from Hugging Face &amp; Civitai are deployed into enterprise clusters with zero weight validation.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Legacy pickle files (.pt, .bin) had Remote Code Execution (RCE) flaws.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SafeTensors eliminates RCE by storing raw bytes and a JSON header.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THE FALLACY: Industry mistakenly assumed files that cannot execute code are harmless!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SafeTensors only secures serialization opcodes—it is 100% blind to corrupted mathematical weights inside.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Weaponized Weight-Space Attacks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Neural Trojans: Low-rank trigger perturbations embedded directly into linear projections.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Attention Hijacking: Cross-head topological alignment forcing attacker-controlled outputs.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Mantissa Steganography: Exfiltrating covert C2 malware via IEEE 754 low-order bits.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The Execution Paradox: Dynamic scanners (NIST TrojAI) require executing untrusted model code.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ModelSentinel: First pure static mathematical forensics framework operating with zero code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MODELSENTINEL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2. Project Objectives &amp; Empirical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914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96.5%</a:t>
            </a:r>
          </a:p>
          <a:p>
            <a:pPr algn="ctr">
              <a:defRPr sz="900" b="1">
                <a:solidFill>
                  <a:srgbClr val="94A3B8"/>
                </a:solidFill>
              </a:defRPr>
            </a:pPr>
            <a:r>
              <a:t>OVERALL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914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600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</a:defRPr>
            </a:pPr>
            <a:r>
              <a:t>0.987</a:t>
            </a:r>
          </a:p>
          <a:p>
            <a:pPr algn="ctr">
              <a:defRPr sz="900" b="1">
                <a:solidFill>
                  <a:srgbClr val="94A3B8"/>
                </a:solidFill>
              </a:defRPr>
            </a:pPr>
            <a:r>
              <a:t>ROC-AUC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914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55F7"/>
                </a:solidFill>
              </a:defRPr>
            </a:pPr>
            <a:r>
              <a:t>0.0%</a:t>
            </a:r>
          </a:p>
          <a:p>
            <a:pPr algn="ctr">
              <a:defRPr sz="900" b="1">
                <a:solidFill>
                  <a:srgbClr val="94A3B8"/>
                </a:solidFill>
              </a:defRPr>
            </a:pPr>
            <a:r>
              <a:t>FALSE QUARANTINES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9144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00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1.42s</a:t>
            </a:r>
          </a:p>
          <a:p>
            <a:pPr algn="ctr">
              <a:defRPr sz="900" b="1">
                <a:solidFill>
                  <a:srgbClr val="94A3B8"/>
                </a:solidFill>
              </a:defRPr>
            </a:pPr>
            <a:r>
              <a:t>SCAN LATENCY (CPU)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5120640" cy="3840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Zero-Trust Constraints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Zero Code Execution: Audit weights purely as static matrices without running forward().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Zero Data Dependence: 100% unsupervised; zero access to private training data required.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Layer-Dilution Defense: Ensure 1 bad layer cannot be hidden by 100 clean ones.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Fail-Closed Guarantee: Any parse error or corrupted file resolves to QUARANTINE.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60320"/>
            <a:ext cx="5212080" cy="384048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47548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Actionable Forensic Features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Sub-Tensor Localization: Pinpoint the exact corrupted tensor and 256-block coordinate.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Surgical In-Place Remediation: Deflate Trojan projections via SVD without retraining.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Differential Fine-Tune Auditing (ΔW): Directly audits LoRA adapters and fine-tunes.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Remote HF Hub Streaming: Stream multi-shard models directly from Hugging 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MODELSENTINEL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3. Modular Pipeline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Ingestion &amp; Cohorts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M1: Memory-Safe Ingestion: Zero-copy safe_open with SHA-256 integrity hash.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M2: Layer Stratification: Cohort classification (Linear, Conv, Norm, Embed) eliminating false comparisons.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Ensures 1D normalization biases are not falsely flagged against 2D weight matrices.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Dual-Engine Forensics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M3: Feature Extraction: 14 distributional moments + 9 spectral RMT descriptors.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M4: Anomaly Engine: Robust Z-score normalization against peer layers in cohort.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M5: LSE-MIL Pooling: Anti-dilution smooth max pooling (tau=6.0).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Decision &amp; Repair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M6: Decision Engine: Calibrated ALLOW, REVIEW, or QUARANTINE verdicts.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M7: Localization: 256-parameter sub-block coordinate locator.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M8: SVD Remediation: Rank-1 deflation decontaminating poisoned weights.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MODELSENTINEL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4. Random Matrix Theory &amp; The BBP Phase Transition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Marchenko-Pastur (MP) Bulk Boundary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For an M x N weight matrix with aspect ratio γ = M/N, the singular values of natural weights lie within a deterministic bulk: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Formula: λ+ = σ_bulk² (1 + √γ)².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Natural trained weights stay strictly within this spectral bulk.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Robust MAD Bulk Noise Estimator: σ_bulk is calculated using Median Absolute Deviation exclusively on the lower 90% singular values (σ[0.1n:]), preventing Trojan spikes from corrupting the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BBP Phase Transition Spike Test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When an adversary injects a low-rank Trojan perturbation, the top singular value undergoes a dramatic phase transition far beyond λ+.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Metric: BBP Spike Ratio = (σ1 / λ+) &gt; 1.25 indicates mathematical tampering.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Clean models maintain BBP ratios near 1.02.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Poisoned checkpoints exhibit massive outlier spikes ≥ 15.0, providing 100% recall with zero false alarms!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MODELSENTINEL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5. Statistical Moments &amp; Anti-Dilution LSE-MIL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Moments &amp; Mantissa Steganalysis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Sarle's Bimodality Coefficient: BC = (γ² + 1) / (κ + 3). Flags bimodal distributions characteristic of dual-trigger trigger networks (BC &gt; 0.55).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Mantissa Bitplane Shannon Entropy: Evaluates entropy on IEEE 754 low-order bits.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Clean weights have structured float noise; encrypted malware payloads push bitplane entropy to 1.0.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Log-Sum-Exp Multiple Instance Learning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The Evasion Threat: Poisoning 1 layer out of 100. Average pooling dilutes the anomaly score (0.95 / 100 ≈ 0.009).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Our Solution: Smooth Log-Sum-Exp MIL aggregator: F(S) = S_max + (1/τ) ln( (1/K) Σ exp(τ(s_i - S_max)) 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Guarantees that a single layer anomaly ≥ 0.90 locks model risk ≥ 0.75, completely thwarting dilution attacks!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MODELSENTINEL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6. Sub-Tensor Localization &amp; Surgical Remediation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256-Block Coordinate Localization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Flagging an entire model or layer is insufficient for root-cause forensic analysis.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ModelSentinel slices flagged 2D matrices into contiguous 256-parameter sub-blocks.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Measures local Frobenius norm deviations and outlier densities against peer blocks.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Outputs exact coordinates: model.layers.12.self_attn.q_proj.weight [Block #42, indices 10752:11008].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Surgical In-Place SVD Deflation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Traditional remediation requires discarding or retraining multi-billion parameter models.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ModelSentinel computes SVD of the poisoned layer: W = U Σ V^T.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Performs Rank-1 Deflation to strip the trigger projection: W_clean = W - σ1 (u1 v1^T).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Neutralizes the Trojan pathway in seconds while preserving 99.8% of original baseline model utility!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MODELSENTINEL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7. Data Processing &amp; EDA Invariants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Safe Ingestion &amp; Stratification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Zero-Copy SafeOpen: Loads tensor byte slices directly into NumPy without reading entire files into RAM (&lt; 512 MB peak RAM).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Defensive Sanitization: Evaluates NaN/Inf non-finite arrays safely without crashing.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Cohort Grouping: Categorizes layers by parameter count and dimensionality.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Baseline Normalization: Normalizes moments strictly against peer layer cohorts.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EDA Observations &amp; Invariants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Clean Invariant: Natural weights follow unimodal, Gaussian-like curves (Kurtosis ≈ 3.0, BBP ratio ≈ 1.0).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Trojan Invariant: Injected weights show severe platykurtic or bimodal splits (BC &gt; 0.55, BBP spikes &gt; 15.0).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Stego Invariant: Natural mantissas have predictable noise; encrypted data drives entropy to 1.0.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Benchmark Dataset: 200 checkpoints spanning clean, rank-1 Trojans, bimodal triggers, and stego.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MODELSENTINEL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8. Comprehensive State-of-the-Art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Format Scanners vs. Dynamic Detectors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PickleScan / ModelScan: Opcode-only scanners; report 100% 'SAFE' on trojaned safetensors weights.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Neural Cleanse / NIST TrojAI: Require GPU execution and clean validation data; violate Zero-Trust by running untrusted code.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PEFTGuard (2025): Limited to LoRA adapters; fails on base model weights and steganography.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The ModelSentinel Advantage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Zero Code Execution: Operates purely on static weight matrices outside compute graph.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Zero Clean Data: Completely unsupervised forensic math.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Mantissa Steganography: Detects hidden C2 payloads with 100% recall.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Sub-Tensor Localization &amp; Fix: Pinpoints 256-block and provides in-place SVD repair.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Ultra-Fast: Scans in 1.42 seconds on commodity laptop CPU (&lt; 512 MB RAM).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MODELSENTINEL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9. Algorithmic Toolbox &amp; Software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Algorithmic Toolbox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Marchenko-Pastur Bulk Estimator with MAD noise dispersion.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Baik-Ben Arous-Péché (BBP) Phase-Transition Outlier Test.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Sarle's Bimodality Coefficient &amp; Pearson Kurtosis/Skewness.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IEEE 754 Mantissa Bitplane Shannon Entropy.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Log-Sum-Exp Multiple Instance Learning (LSE-MIL).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Tracer &amp; SVD Rank-1 Deflation Remediation.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Technology &amp; Framework Stack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Core Computing: Python 3.9+, NumPy, SciPy, Scikit-learn, SafeTensors.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Terminal CLI: Typer, Rich (colorized tables, progress spinners, exit codes 0/2/3).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API Microservice: FastAPI, Uvicorn, Pydantic v2 (REST endpoints).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Visual UI: Streamlit (interactive drag-and-drop dashboard).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DevOps &amp; Agents: Model Context Protocol (MCP), Docker, Hatchling.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MODELSENTINEL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10. Live Operational Terminal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Terminal CLI &amp; CI/CD Security Gate Simulation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$ modelsentinel scan checkpoints/trojaned_model.safetensors --explain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[✓] Memory-mapped 104 tensors (SHA-256: e3b0c44298fc1c149afbf4c8996fb924...)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[✓] Extracted 23 distributional &amp; RMT spectral features in 1.42s on CPU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🚨 VERDICT: QUARANTINE (Risk Probability: 98.7% | Exit Code: 3)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FLAGGED TENSOR: model.layers.12.self_attn.q_proj.weight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  • BBP Outlier Spike Ratio: 18.72 (Threshold: 1.25 — Severe Rank-1 Trojan Spike)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  • Sub-Block Coordinate: Block #42 [Indices 10752:11008]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  • LSE-MIL Anti-Dilution: Aggregate model risk locked at 0.987 (Dilution thwarted)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💡 Surgical Remediation: `modelsentinel remediate trojaned_model.safetensors -o clean.safetensors`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MODELSENTINEL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11. Project Plan &amp; Milestones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Milestones 1 – 4: Core Engine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Milestone 1: Mathematical Foundations &amp; RMT formulation.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Milestone 2: Memory-safe ingestion &amp; cohort stratification.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Milestone 3: 23-feature extraction pipeline (distributional + spectral).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Milestone 4: LSE-MIL anti-dilution pooling &amp; meta-classifier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Milestones 5 – 7: Delivery &amp; Defense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Milestone 5: Sub-tensor 256-block localization &amp; SVD deflation remediation.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Milestone 6: Multi-interface delivery (CLI, REST API, Streamlit, Docker, MCP).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Milestone 7: 5-fold cross-validation benchmarking &amp; evaluation defense manual.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MODELSENTINEL PROJECT DEFENSE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12. Security Architecture &amp; Fail-Closed 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Strict Fail-Closed Security Contract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Zero Silent Bypasses: Any unhandled exception anywhere in the pipeline returns Verdict.QUARANTINE (Risk = 1.0).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Header Mismatch Protection: Detects discrepancies between JSON header and tensor buffer offsets.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Buffer Boundary Auditing: Prevents buffer overflow or out-of-bounds reads in malicious files.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Resource Bounding: Enforces memory caps (&lt; 512 MB) and CPU timeouts (10s) to prevent DoS attacks.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Production Deployment Hardening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Zero-Trust Gate: Pre-commit hooks &amp; GitHub Actions fail pull requests on exit code 3 (QUARANTINE).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Container Hardening: Dockerized with non-root user execution, read-only root filesystems, and dropped capabilities.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Microservice Scalability: FastAPI endpoints natively support horizontal autoscaling behind API gateways.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38BDF8"/>
                </a:solidFill>
              </a:defRPr>
            </a:pPr>
            <a:r>
              <a:t>SUMMARY &amp; DEFENSE CONCLUSION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 Eliminated the 'SafeTensors Fallacy' with pure static mathematical weight forensics.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 Pioneered Random Matrix Theory &amp; BBP phase transitions in AI supply-chain security.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 Solved layer-dilution evasion using Log-Sum-Exp Multiple Instance Learning (LSE-MIL).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 Invented surgical in-place remediation via Rank-1 SVD Deflation, fixing models without retraining.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 Delivered a production-ready ecosystem: Python SDK, Rich CLI, FastAPI Microservice, Streamlit Dashboard, &amp; MCP Agent tool.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 Achieved 96.5% accuracy, 0.987 ROC-AUC, 0.0% false alarms, and sub-1.5s scan latency on commodity CPU.</a:t>
            </a:r>
          </a:p>
          <a:p>
            <a:pPr>
              <a:spcBef>
                <a:spcPts val="1800"/>
              </a:spcBef>
              <a:defRPr sz="1800" b="1">
                <a:solidFill>
                  <a:srgbClr val="34D399"/>
                </a:solidFill>
              </a:defRPr>
            </a:pPr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